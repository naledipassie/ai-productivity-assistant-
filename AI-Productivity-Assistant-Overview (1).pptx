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WORKPLACE DESK · PROJECT BRIEFING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9326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
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Assistant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stations, one desk — an in-browser assistant for email drafting, meeting summaries, task planning, research and everyday workplace chat.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4206240" cy="1051560"/>
          </a:xfrm>
          <a:prstGeom prst="rect">
            <a:avLst/>
          </a:prstGeom>
          <a:solidFill>
            <a:srgbClr val="EDE7D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0" name="Shape 8"/>
          <p:cNvSpPr/>
          <p:nvPr/>
        </p:nvSpPr>
        <p:spPr>
          <a:xfrm>
            <a:off x="1627632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9968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1136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2304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33472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5808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36976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9" name="Shape 17"/>
          <p:cNvSpPr/>
          <p:nvPr/>
        </p:nvSpPr>
        <p:spPr>
          <a:xfrm>
            <a:off x="3438144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39312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41648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42816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3984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521208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8992" y="5404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641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Naledi K. Tsotetsi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5971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Acceleration Program · JHB</a:t>
            </a:r>
            <a:endParaRPr lang="en-US" sz="1050" dirty="0"/>
          </a:p>
        </p:txBody>
      </p:sp>
      <p:pic>
        <p:nvPicPr>
          <p:cNvPr id="29" name="Image 0" descr="./icons/layers_E8A3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777240"/>
            <a:ext cx="1051560" cy="10515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 Productivity Assistant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BR·0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Program · Project brief: design and develop an AI assistant that automates real workplace tasks.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492240" cy="694944"/>
          </a:xfrm>
          <a:prstGeom prst="rect">
            <a:avLst/>
          </a:prstGeom>
          <a:solidFill>
            <a:srgbClr val="F6F2E8"/>
          </a:solidFill>
          <a:ln/>
        </p:spPr>
      </p:sp>
      <p:pic>
        <p:nvPicPr>
          <p:cNvPr id="6" name="Image 0" descr="./icons/mail_1417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905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221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generation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532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ready-to-send emails from a few key points.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990088"/>
            <a:ext cx="6492240" cy="694944"/>
          </a:xfrm>
          <a:prstGeom prst="rect">
            <a:avLst/>
          </a:prstGeom>
          <a:solidFill>
            <a:srgbClr val="F6F2E8"/>
          </a:solidFill>
          <a:ln/>
        </p:spPr>
      </p:sp>
      <p:pic>
        <p:nvPicPr>
          <p:cNvPr id="10" name="Image 1" descr="./icons/users_1417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1318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summarisation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33741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notes or transcripts into a clear recap.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3831336"/>
            <a:ext cx="6492240" cy="694944"/>
          </a:xfrm>
          <a:prstGeom prst="rect">
            <a:avLst/>
          </a:prstGeom>
          <a:solidFill>
            <a:srgbClr val="F6F2E8"/>
          </a:solidFill>
          <a:ln/>
        </p:spPr>
      </p:sp>
      <p:pic>
        <p:nvPicPr>
          <p:cNvPr id="14" name="Image 2" descr="./icons/checksquare_1417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97306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planning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42153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goal into an ordered, doable plan.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22960" y="4672584"/>
            <a:ext cx="6492240" cy="694944"/>
          </a:xfrm>
          <a:prstGeom prst="rect">
            <a:avLst/>
          </a:prstGeom>
          <a:solidFill>
            <a:srgbClr val="F6F2E8"/>
          </a:solidFill>
          <a:ln/>
        </p:spPr>
      </p:sp>
      <p:pic>
        <p:nvPicPr>
          <p:cNvPr id="18" name="Image 3" descr="./icons/search_14171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81431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745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assistance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600200" y="5056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using current information.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22960" y="5513832"/>
            <a:ext cx="6492240" cy="694944"/>
          </a:xfrm>
          <a:prstGeom prst="rect">
            <a:avLst/>
          </a:prstGeom>
          <a:solidFill>
            <a:srgbClr val="F6F2E8"/>
          </a:solidFill>
          <a:ln/>
        </p:spPr>
      </p:sp>
      <p:pic>
        <p:nvPicPr>
          <p:cNvPr id="22" name="Image 4" descr="./icons/messagecircle_14171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655564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55869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interaction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1600200" y="5897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assistant for everything else.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635240" y="2148840"/>
            <a:ext cx="3794760" cy="365760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90956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REQUIRED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36992" y="2862072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8138160" y="2734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responsible AI use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36992" y="3337560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138160" y="3209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 engineering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936992" y="3813048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138160" y="3685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functional, practical build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7936992" y="4288536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1381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with a clear README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936992" y="4764024"/>
            <a:ext cx="64008" cy="640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138160" y="4636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before the deadline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Brief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CN·1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desk, five stations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five disconnected tools, the assistant is framed as a single desk — the metaphor a real workplace already runs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383280" cy="329184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2532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9260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station per task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37033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lives in its own numbered station (EM·1, MT·2 …) — pick one, do the work, move to the next.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2331720"/>
            <a:ext cx="3383280" cy="329184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2532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29260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ticket for every output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782312" y="37033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— an email, a summary, a plan — prints onto a perforated "work ticket," so the output always looks like something finished, not just chat text.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329184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85632" y="2532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29260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context switching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7033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stations share one desk. No new tab, no separate login, no re-explaining the task.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Concept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ST·2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520440" cy="23317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" y="174650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./icons/mail_1417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54680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EM·1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2468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Drafting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283464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Recipient, purpose, tone and key points in — a subject line and full body out.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99432" y="1508760"/>
            <a:ext cx="3520440" cy="23317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11" name="Shape 8"/>
          <p:cNvSpPr/>
          <p:nvPr/>
        </p:nvSpPr>
        <p:spPr>
          <a:xfrm>
            <a:off x="4837176" y="174650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./icons/users_1417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7452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31152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MT·2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855464" y="2468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Summary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55464" y="283464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 or a transcript — get a summary, decisions and action items.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75904" y="1508760"/>
            <a:ext cx="3520440" cy="23317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17" name="Shape 13"/>
          <p:cNvSpPr/>
          <p:nvPr/>
        </p:nvSpPr>
        <p:spPr>
          <a:xfrm>
            <a:off x="8613648" y="174650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./icons/checksquare_1417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87452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07624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TP·3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631936" y="2468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Planning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631936" y="283464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and a deadline become an ordered, realistic task list.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22960" y="4114800"/>
            <a:ext cx="3520440" cy="23317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23" name="Shape 18"/>
          <p:cNvSpPr/>
          <p:nvPr/>
        </p:nvSpPr>
        <p:spPr>
          <a:xfrm>
            <a:off x="1060704" y="435254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./icons/search_14171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48056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15468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RS·4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78992" y="50749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Assist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078992" y="544068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triggers a live web search, then a cited, current answer.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99432" y="4114800"/>
            <a:ext cx="3520440" cy="23317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29" name="Shape 23"/>
          <p:cNvSpPr/>
          <p:nvPr/>
        </p:nvSpPr>
        <p:spPr>
          <a:xfrm>
            <a:off x="4837176" y="435254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./icons/messagecircle_14171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448056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31152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CH·5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4855464" y="50749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Assistant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855464" y="544068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remembered conversation for everything else on the desk.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375904" y="4114800"/>
            <a:ext cx="3520440" cy="2331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8650224" y="44348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station calls Claude directly — same model, five different jobs.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Five Stations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HW·3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HTML file — no server, no install. The browser talks to Claude directly for every station.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./icons/folder_1417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780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input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9359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fill in a short form — the fields each station actually needs (recipient, notes, a goal, a question).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3134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572000" y="2331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./icons/cpu_1417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4780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+ API call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59359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builds a task-specific system prompt and sends it to Claude’s Messages API, with the web-search tool enabled for research.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23134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8321040" y="2331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./icons/layers_1417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780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output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59359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renders onto a work-ticket card, ready to read, copy, or paste out into email, Teams, or GitHub.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5257800"/>
            <a:ext cx="2514600" cy="50292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5257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+ vanilla JS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520440" y="5257800"/>
            <a:ext cx="2514600" cy="50292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520440" y="5257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Messages API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17920" y="5257800"/>
            <a:ext cx="2514600" cy="50292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217920" y="5257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15400" y="5257800"/>
            <a:ext cx="2514600" cy="502920"/>
          </a:xfrm>
          <a:prstGeom prst="rect">
            <a:avLst/>
          </a:prstGeom>
          <a:solidFill>
            <a:srgbClr val="232A3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15400" y="5257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 tool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PE·4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engineering, station by station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has its own system prompt — a fixed role and constraint set the user never sees — plus a template that slots in what they typed.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309360" cy="3977640"/>
          </a:xfrm>
          <a:prstGeom prst="rect">
            <a:avLst/>
          </a:prstGeom>
          <a:solidFill>
            <a:srgbClr val="F6F2E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0" name="Shape 8"/>
          <p:cNvSpPr/>
          <p:nvPr/>
        </p:nvSpPr>
        <p:spPr>
          <a:xfrm>
            <a:off x="1627632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9968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1136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2304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33472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5808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36976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19" name="Shape 17"/>
          <p:cNvSpPr/>
          <p:nvPr/>
        </p:nvSpPr>
        <p:spPr>
          <a:xfrm>
            <a:off x="3438144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39312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41648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42816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3984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7" name="Shape 25"/>
          <p:cNvSpPr/>
          <p:nvPr/>
        </p:nvSpPr>
        <p:spPr>
          <a:xfrm>
            <a:off x="5047488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8" name="Shape 26"/>
          <p:cNvSpPr/>
          <p:nvPr/>
        </p:nvSpPr>
        <p:spPr>
          <a:xfrm>
            <a:off x="5248656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49824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0" name="Shape 28"/>
          <p:cNvSpPr/>
          <p:nvPr/>
        </p:nvSpPr>
        <p:spPr>
          <a:xfrm>
            <a:off x="5650992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1" name="Shape 29"/>
          <p:cNvSpPr/>
          <p:nvPr/>
        </p:nvSpPr>
        <p:spPr>
          <a:xfrm>
            <a:off x="585216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53328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3" name="Shape 31"/>
          <p:cNvSpPr/>
          <p:nvPr/>
        </p:nvSpPr>
        <p:spPr>
          <a:xfrm>
            <a:off x="6254496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55664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5" name="Shape 33"/>
          <p:cNvSpPr/>
          <p:nvPr/>
        </p:nvSpPr>
        <p:spPr>
          <a:xfrm>
            <a:off x="6656832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210312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972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EM·1 — EMAIL DRAFTING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271576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clear, concise, well-structured emails. Output only the email, nothing else."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3520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template: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/ Purpose / Tone / Key points — filled from the form, sent as one message.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4297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 applied throughout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15568" y="4727448"/>
            <a:ext cx="54864" cy="54864"/>
          </a:xfrm>
          <a:prstGeom prst="ellipse">
            <a:avLst/>
          </a:prstGeom>
          <a:solidFill>
            <a:srgbClr val="B87F2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98448" y="4590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role per station, so the same model behaves like five specialists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15568" y="5111496"/>
            <a:ext cx="54864" cy="54864"/>
          </a:xfrm>
          <a:prstGeom prst="ellipse">
            <a:avLst/>
          </a:prstGeom>
          <a:solidFill>
            <a:srgbClr val="B87F2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298448" y="4974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output constraints ("only the email", "never invent details")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115568" y="5495544"/>
            <a:ext cx="54864" cy="54864"/>
          </a:xfrm>
          <a:prstGeom prst="ellipse">
            <a:avLst/>
          </a:prstGeom>
          <a:solidFill>
            <a:srgbClr val="B87F2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298448" y="53583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templates (headings for the meeting summary) instead of free text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115568" y="5879592"/>
            <a:ext cx="54864" cy="54864"/>
          </a:xfrm>
          <a:prstGeom prst="ellipse">
            <a:avLst/>
          </a:prstGeom>
          <a:solidFill>
            <a:srgbClr val="B87F2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298448" y="5742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scoped per task — only Research gets web_search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06640" y="2148840"/>
            <a:ext cx="4023360" cy="3977640"/>
          </a:xfrm>
          <a:prstGeom prst="rect">
            <a:avLst/>
          </a:prstGeom>
          <a:solidFill>
            <a:srgbClr val="14171F"/>
          </a:solidFill>
          <a:ln/>
        </p:spPr>
      </p:sp>
      <p:pic>
        <p:nvPicPr>
          <p:cNvPr id="50" name="Image 0" descr="./icons/shield_E8A3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423160"/>
            <a:ext cx="457200" cy="457200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7680960" y="3017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use, by design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7680960" y="365760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tell the model not to invent facts it wasn’t given, the research station cites what it finds, and every ticket is a draft the person reviews before sending — not an auto-send.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DL·5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desk, not a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language borrows from real workplace paperwork — job tickets, work orders, initialed footers — so the AI output feels like finished paperwork, not a chat log.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207008" cy="1051560"/>
          </a:xfrm>
          <a:prstGeom prst="rect">
            <a:avLst/>
          </a:prstGeom>
          <a:solidFill>
            <a:srgbClr val="14171F"/>
          </a:solidFill>
          <a:ln w="9525">
            <a:solidFill>
              <a:srgbClr val="3A41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5021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21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#14171F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2377440"/>
            <a:ext cx="1207008" cy="1051560"/>
          </a:xfrm>
          <a:prstGeom prst="rect">
            <a:avLst/>
          </a:prstGeom>
          <a:solidFill>
            <a:srgbClr val="232A3D"/>
          </a:solidFill>
          <a:ln w="9525">
            <a:solidFill>
              <a:srgbClr val="3A41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35021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3721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#232A3D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9584" y="2377440"/>
            <a:ext cx="1207008" cy="1051560"/>
          </a:xfrm>
          <a:prstGeom prst="rect">
            <a:avLst/>
          </a:prstGeom>
          <a:solidFill>
            <a:srgbClr val="EDE7D9"/>
          </a:solidFill>
          <a:ln w="9525">
            <a:solidFill>
              <a:srgbClr val="3A41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35021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721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#EDE7D9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82896" y="2377440"/>
            <a:ext cx="1207008" cy="1051560"/>
          </a:xfrm>
          <a:prstGeom prst="rect">
            <a:avLst/>
          </a:prstGeom>
          <a:solidFill>
            <a:srgbClr val="E8A33D"/>
          </a:solidFill>
          <a:ln w="9525">
            <a:solidFill>
              <a:srgbClr val="3A41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82896" y="35021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3721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#E8A33D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6208" y="2377440"/>
            <a:ext cx="1207008" cy="1051560"/>
          </a:xfrm>
          <a:prstGeom prst="rect">
            <a:avLst/>
          </a:prstGeom>
          <a:solidFill>
            <a:srgbClr val="B87F2A"/>
          </a:solidFill>
          <a:ln w="9525">
            <a:solidFill>
              <a:srgbClr val="3A41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6208" y="35021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Amber Dim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3721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#B87F2A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SYSTEM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Fraunces — display headers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body &amp; interface text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Plex Mono — labels, codes, 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80960" y="4023360"/>
            <a:ext cx="3657600" cy="1965960"/>
          </a:xfrm>
          <a:prstGeom prst="rect">
            <a:avLst/>
          </a:prstGeom>
          <a:solidFill>
            <a:srgbClr val="EDE7D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82128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7" name="Shape 25"/>
          <p:cNvSpPr/>
          <p:nvPr/>
        </p:nvSpPr>
        <p:spPr>
          <a:xfrm>
            <a:off x="8083296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8" name="Shape 26"/>
          <p:cNvSpPr/>
          <p:nvPr/>
        </p:nvSpPr>
        <p:spPr>
          <a:xfrm>
            <a:off x="8284464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29" name="Shape 27"/>
          <p:cNvSpPr/>
          <p:nvPr/>
        </p:nvSpPr>
        <p:spPr>
          <a:xfrm>
            <a:off x="8485632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0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1" name="Shape 29"/>
          <p:cNvSpPr/>
          <p:nvPr/>
        </p:nvSpPr>
        <p:spPr>
          <a:xfrm>
            <a:off x="8887968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2" name="Shape 30"/>
          <p:cNvSpPr/>
          <p:nvPr/>
        </p:nvSpPr>
        <p:spPr>
          <a:xfrm>
            <a:off x="9089136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3" name="Shape 31"/>
          <p:cNvSpPr/>
          <p:nvPr/>
        </p:nvSpPr>
        <p:spPr>
          <a:xfrm>
            <a:off x="9290304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4" name="Shape 32"/>
          <p:cNvSpPr/>
          <p:nvPr/>
        </p:nvSpPr>
        <p:spPr>
          <a:xfrm>
            <a:off x="9491472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5" name="Shape 33"/>
          <p:cNvSpPr/>
          <p:nvPr/>
        </p:nvSpPr>
        <p:spPr>
          <a:xfrm>
            <a:off x="9692640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6" name="Shape 34"/>
          <p:cNvSpPr/>
          <p:nvPr/>
        </p:nvSpPr>
        <p:spPr>
          <a:xfrm>
            <a:off x="9893808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94976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96144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97312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98480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99648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0816" y="3977640"/>
            <a:ext cx="82296" cy="82296"/>
          </a:xfrm>
          <a:prstGeom prst="ellipse">
            <a:avLst/>
          </a:prstGeom>
          <a:solidFill>
            <a:srgbClr val="14171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095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ELEMENT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90956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"work ticket" — every AI output lands on a perforated, paper-toned card with a status stamp.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22960" y="50749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same palette in the sidebar, station cards and output tickets — one identity carried through every screen.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Language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NX·6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520440" cy="30175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./icons/github_1417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17296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created, README documents all five stations and the prompt approach.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99432" y="1691640"/>
            <a:ext cx="3520440" cy="30175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10" name="Shape 7"/>
          <p:cNvSpPr/>
          <p:nvPr/>
        </p:nvSpPr>
        <p:spPr>
          <a:xfrm>
            <a:off x="4873752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./icons/folder_1417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0939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73752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portfolio link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73752" y="317296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build submitted via the Personal Portfolio Project form.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75904" y="1691640"/>
            <a:ext cx="3520440" cy="3017520"/>
          </a:xfrm>
          <a:prstGeom prst="rect">
            <a:avLst/>
          </a:prstGeom>
          <a:solidFill>
            <a:srgbClr val="14171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50224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./icons/shield_1417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093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50224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for real use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50224" y="317296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validation and friendlier error states ahead of daily use.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051560" y="50749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Deadline: Personal Portfolio Project Submission — AI Skills Program (JHB, Week 16)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What’s Next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cons/layers_E8A3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28016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971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Productivity Assistant — Naledi K. Tsotetsi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7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Skills Acceleration Program · Johannesburg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2026-08-27T07:25:44Z</dcterms:created>
  <dcterms:modified xsi:type="dcterms:W3CDTF">2026-08-27T07:25:44Z</dcterms:modified>
</cp:coreProperties>
</file>